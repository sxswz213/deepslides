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6152" y="1371600"/>
            <a:ext cx="975664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7200" b="1">
                <a:solidFill>
                  <a:srgbClr val="007ACC"/>
                </a:solidFill>
                <a:latin typeface="Montserrat"/>
              </a:defRPr>
            </a:pPr>
            <a:r>
              <a:t>章节标题示例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6152" y="2468880"/>
            <a:ext cx="9756648" cy="13716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70248" y="3429000"/>
            <a:ext cx="3657600" cy="1828800"/>
          </a:xfrm>
          <a:prstGeom prst="ellipse">
            <a:avLst/>
          </a:prstGeom>
          <a:gradFill rotWithShape="1">
            <a:gsLst>
              <a:gs pos="0">
                <a:srgbClr val="FFCC00"/>
              </a:gs>
              <a:gs pos="100000">
                <a:srgbClr val="FFFFFF"/>
              </a:gs>
            </a:gsLst>
            <a:lin scaled="0"/>
          </a:gra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FFCC00"/>
                </a:solidFill>
                <a:latin typeface="Roboto"/>
              </a:defRPr>
            </a:pPr>
            <a:r>
              <a:t>章节编号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88952" cy="137160"/>
          </a:xfrm>
          <a:prstGeom prst="rect">
            <a:avLst/>
          </a:prstGeom>
          <a:gradFill rotWithShape="1">
            <a:gsLst>
              <a:gs pos="0">
                <a:srgbClr val="007ACC"/>
              </a:gs>
              <a:gs pos="100000">
                <a:srgbClr val="FFCC00"/>
              </a:gs>
            </a:gsLst>
            <a:lin scaled="0"/>
          </a:gra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